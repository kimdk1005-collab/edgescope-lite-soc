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1" d="100"/>
          <a:sy n="91" d="100"/>
        </p:scale>
        <p:origin x="62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5B9EC-4F32-40DE-B7FD-686C5CF78879}" type="datetimeFigureOut">
              <a:rPr lang="ko-KR" altLang="en-US" smtClean="0"/>
              <a:t>2026-08-08(Sat)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6E127-C5B6-4428-B3D6-DB244513B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115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5B9EC-4F32-40DE-B7FD-686C5CF78879}" type="datetimeFigureOut">
              <a:rPr lang="ko-KR" altLang="en-US" smtClean="0"/>
              <a:t>2026-08-08(Sat)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6E127-C5B6-4428-B3D6-DB244513B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6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5B9EC-4F32-40DE-B7FD-686C5CF78879}" type="datetimeFigureOut">
              <a:rPr lang="ko-KR" altLang="en-US" smtClean="0"/>
              <a:t>2026-08-08(Sat)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6E127-C5B6-4428-B3D6-DB244513B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92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5B9EC-4F32-40DE-B7FD-686C5CF78879}" type="datetimeFigureOut">
              <a:rPr lang="ko-KR" altLang="en-US" smtClean="0"/>
              <a:t>2026-08-08(Sat)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6E127-C5B6-4428-B3D6-DB244513B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04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5B9EC-4F32-40DE-B7FD-686C5CF78879}" type="datetimeFigureOut">
              <a:rPr lang="ko-KR" altLang="en-US" smtClean="0"/>
              <a:t>2026-08-08(Sat)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6E127-C5B6-4428-B3D6-DB244513B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368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5B9EC-4F32-40DE-B7FD-686C5CF78879}" type="datetimeFigureOut">
              <a:rPr lang="ko-KR" altLang="en-US" smtClean="0"/>
              <a:t>2026-08-08(Sat)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6E127-C5B6-4428-B3D6-DB244513B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670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5B9EC-4F32-40DE-B7FD-686C5CF78879}" type="datetimeFigureOut">
              <a:rPr lang="ko-KR" altLang="en-US" smtClean="0"/>
              <a:t>2026-08-08(Sat)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6E127-C5B6-4428-B3D6-DB244513B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976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5B9EC-4F32-40DE-B7FD-686C5CF78879}" type="datetimeFigureOut">
              <a:rPr lang="ko-KR" altLang="en-US" smtClean="0"/>
              <a:t>2026-08-08(Sat)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6E127-C5B6-4428-B3D6-DB244513B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42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5B9EC-4F32-40DE-B7FD-686C5CF78879}" type="datetimeFigureOut">
              <a:rPr lang="ko-KR" altLang="en-US" smtClean="0"/>
              <a:t>2026-08-08(Sat)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6E127-C5B6-4428-B3D6-DB244513B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28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5B9EC-4F32-40DE-B7FD-686C5CF78879}" type="datetimeFigureOut">
              <a:rPr lang="ko-KR" altLang="en-US" smtClean="0"/>
              <a:t>2026-08-08(Sat)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6E127-C5B6-4428-B3D6-DB244513B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149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5B9EC-4F32-40DE-B7FD-686C5CF78879}" type="datetimeFigureOut">
              <a:rPr lang="ko-KR" altLang="en-US" smtClean="0"/>
              <a:t>2026-08-08(Sat)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6E127-C5B6-4428-B3D6-DB244513B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715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5B9EC-4F32-40DE-B7FD-686C5CF78879}" type="datetimeFigureOut">
              <a:rPr lang="ko-KR" altLang="en-US" smtClean="0"/>
              <a:t>2026-08-08(Sat)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6E127-C5B6-4428-B3D6-DB244513B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48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705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kimdk</dc:creator>
  <cp:lastModifiedBy>kimdk</cp:lastModifiedBy>
  <cp:revision>1</cp:revision>
  <dcterms:created xsi:type="dcterms:W3CDTF">2026-08-08T11:36:56Z</dcterms:created>
  <dcterms:modified xsi:type="dcterms:W3CDTF">2026-08-08T11:36:56Z</dcterms:modified>
</cp:coreProperties>
</file>